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01168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7A8C7E"/>
                </a:solidFill>
                <a:latin typeface="DM Sans"/>
              </a:rPr>
              <a:t>P L D   A L T E R N A T I V E   D A T A   M O D E L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00311E"/>
                </a:solidFill>
                <a:latin typeface="Raleway"/>
              </a:rPr>
              <a:t>Le modèle clé-valeur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7A8C7E"/>
                </a:solidFill>
                <a:latin typeface="DM Sans"/>
              </a:rPr>
              <a:t>Redis  ·  David, Adam, Yo  ·  Holberton School Toulouse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A8C7E"/>
                </a:solidFill>
                <a:latin typeface="DM Sans"/>
              </a:rPr>
              <a:t>P L D   ·   L E   M O D È L E   C L É - V A L E U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311E"/>
                </a:solidFill>
                <a:latin typeface="Raleway"/>
              </a:rPr>
              <a:t>Pourquoi pas toujours du SQL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721608"/>
          </a:xfrm>
          <a:prstGeom prst="roundRect">
            <a:avLst>
              <a:gd name="adj" fmla="val 4500"/>
            </a:avLst>
          </a:prstGeom>
          <a:solidFill>
            <a:srgbClr val="F2F4F1"/>
          </a:solidFill>
          <a:ln w="12700">
            <a:solidFill>
              <a:srgbClr val="E1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 rIns="411480" tIns="320040" bIns="320040" wrap="square"/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Le SQL paie à chaque requête le prix de sa puissance : parser, planifier, vérifier le schéma, verrouiller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Certains accès n'ont besoin de rien de tout ça : sessions, cache, compteurs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Ils ont juste besoin d'une chose : la vitesse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L'idée du jour : la persistance polyglotte, chaque donnée dans la base taillée pour son mode d'accès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A8C7E"/>
                </a:solidFill>
                <a:latin typeface="DM Sans"/>
              </a:rPr>
              <a:t>P L D   ·   L E   M O D È L E   C L É - V A L E U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311E"/>
                </a:solidFill>
                <a:latin typeface="Raleway"/>
              </a:rPr>
              <a:t>Le clé-valeur : un dictionnaire géant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721608"/>
          </a:xfrm>
          <a:prstGeom prst="roundRect">
            <a:avLst>
              <a:gd name="adj" fmla="val 4500"/>
            </a:avLst>
          </a:prstGeom>
          <a:solidFill>
            <a:srgbClr val="F2F4F1"/>
          </a:solidFill>
          <a:ln w="12700">
            <a:solidFill>
              <a:srgbClr val="E1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 rIns="411480" tIns="320040" bIns="320040" wrap="square"/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Une clé unique pointe vers une valeur, c'est tout le modèle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La base ne regarde jamais à l'intérieur de la valeur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L'analogie du vestiaire : tu donnes le jeton 42, tu récupères ta veste, instantané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Mais impossible de demander la veste noire en taille M : sans jeton, on est aveugle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A8C7E"/>
                </a:solidFill>
                <a:latin typeface="DM Sans"/>
              </a:rPr>
              <a:t>P L D   ·   L E   M O D È L E   C L É - V A L E U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311E"/>
                </a:solidFill>
                <a:latin typeface="Raleway"/>
              </a:rPr>
              <a:t>Les opérations : SET, GET, 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4434840"/>
          </a:xfrm>
          <a:prstGeom prst="roundRect">
            <a:avLst>
              <a:gd name="adj" fmla="val 4500"/>
            </a:avLst>
          </a:prstGeom>
          <a:solidFill>
            <a:srgbClr val="F2F4F1"/>
          </a:solidFill>
          <a:ln w="12700">
            <a:solidFill>
              <a:srgbClr val="E1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 rIns="411480" tIns="320040" bIns="320040" wrap="square"/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SET save:1 {zone: forêt, or: 100} : créer ou écraser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GET save:1 : lire en temps constant, que la base ait 100 ou 100 millions de clés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DEL save:1 : supprimer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Pas de commande update : on réécrit la valeur entière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Accès par clé uniquement : pas de WHERE, pas de jointure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A8C7E"/>
                </a:solidFill>
                <a:latin typeface="DM Sans"/>
              </a:rPr>
              <a:t>P L D   ·   L E   M O D È L E   C L É - V A L E U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311E"/>
                </a:solidFill>
                <a:latin typeface="Raleway"/>
              </a:rPr>
              <a:t>Démo 1 : la vie d'un personnage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721608"/>
          </a:xfrm>
          <a:prstGeom prst="roundRect">
            <a:avLst>
              <a:gd name="adj" fmla="val 4500"/>
            </a:avLst>
          </a:prstGeom>
          <a:solidFill>
            <a:srgbClr val="F2F4F1"/>
          </a:solidFill>
          <a:ln w="12700">
            <a:solidFill>
              <a:srgbClr val="E1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 rIns="411480" tIns="320040" bIns="320040" wrap="square"/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Sauvegarde (string) : le CRUD complet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Fiche perso (hash) : modifier le level sans toucher au reste de la fiche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File de quêtes (liste) : une file FIFO en deux commandes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Potion de vitesse (TTL) : la clé s'autodétruit toute seule, sans cron ni 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A8C7E"/>
                </a:solidFill>
                <a:latin typeface="DM Sans"/>
              </a:rPr>
              <a:t>P L D   ·   L E   M O D È L E   C L É - V A L E U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311E"/>
                </a:solidFill>
                <a:latin typeface="Raleway"/>
              </a:rPr>
              <a:t>Démo 2 : anti-spam et cache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721608"/>
          </a:xfrm>
          <a:prstGeom prst="roundRect">
            <a:avLst>
              <a:gd name="adj" fmla="val 4500"/>
            </a:avLst>
          </a:prstGeom>
          <a:solidFill>
            <a:srgbClr val="F2F4F1"/>
          </a:solidFill>
          <a:ln w="12700">
            <a:solidFill>
              <a:srgbClr val="E1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 rIns="411480" tIns="320040" bIns="320040" wrap="square"/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Rate limiter : 5 attaques par minute, INCR atomique + EXPIRE, en 4 lignes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Cache : le classement calculé en SQL prend 2 secondes, en cache Redis 2 millisecondes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Mesuré en direct devant vous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Dans le monde réel : sessions web, rate limiting d'API, cache de page d'accueil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A8C7E"/>
                </a:solidFill>
                <a:latin typeface="DM Sans"/>
              </a:rPr>
              <a:t>P L D   ·   L E   M O D È L E   C L É - V A L E U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311E"/>
                </a:solidFill>
                <a:latin typeface="Raleway"/>
              </a:rPr>
              <a:t>Forces et limites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4434840"/>
          </a:xfrm>
          <a:prstGeom prst="roundRect">
            <a:avLst>
              <a:gd name="adj" fmla="val 4500"/>
            </a:avLst>
          </a:prstGeom>
          <a:solidFill>
            <a:srgbClr val="F2F4F1"/>
          </a:solidFill>
          <a:ln w="12700">
            <a:solidFill>
              <a:srgbClr val="E1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 rIns="411480" tIns="320040" bIns="320040" wrap="square"/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Force : latence sous la milliseconde, des centaines de milliers d'opérations par seconde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Force : TTL natif, opérations atomiques, scalabilité horizontale facile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Limite : aucune recherche par contenu, il faut connaître la clé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Limite : update = écrasement total de la valeur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Limite : données en RAM, perdues en cas de crash sans persistance (RDB ou AOF)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A8C7E"/>
                </a:solidFill>
                <a:latin typeface="DM Sans"/>
              </a:rPr>
              <a:t>P L D   ·   L E   M O D È L E   C L É - V A L E U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311E"/>
                </a:solidFill>
                <a:latin typeface="Raleway"/>
              </a:rPr>
              <a:t>Comparaison avec les autres modèles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3721608"/>
          </a:xfrm>
          <a:prstGeom prst="roundRect">
            <a:avLst>
              <a:gd name="adj" fmla="val 4500"/>
            </a:avLst>
          </a:prstGeom>
          <a:solidFill>
            <a:srgbClr val="F2F4F1"/>
          </a:solidFill>
          <a:ln w="12700">
            <a:solidFill>
              <a:srgbClr val="E1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 rIns="411480" tIns="320040" bIns="320040" wrap="square"/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Plus simple que SQL : lire et écrire par clé, expirer des données, compter sous forte charge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Plus dur que SQL : tout le reste, la moindre question analytique est impossible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vs document (MongoDB) : Mongo interroge l'intérieur des valeurs, Redis non, mais l'accès par clé est plus rapide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Le SQL reste meilleur pour : données précieuses, questions imprévues, cohérence garantie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A8C7E"/>
                </a:solidFill>
                <a:latin typeface="DM Sans"/>
              </a:rPr>
              <a:t>P L D   ·   L E   M O D È L E   C L É - V A L E U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311E"/>
                </a:solidFill>
                <a:latin typeface="Raleway"/>
              </a:rPr>
              <a:t>La persistance polyglotte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4434840"/>
          </a:xfrm>
          <a:prstGeom prst="roundRect">
            <a:avLst>
              <a:gd name="adj" fmla="val 4500"/>
            </a:avLst>
          </a:prstGeom>
          <a:solidFill>
            <a:srgbClr val="F2F4F1"/>
          </a:solidFill>
          <a:ln w="12700">
            <a:solidFill>
              <a:srgbClr val="E1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 rIns="411480" tIns="320040" bIns="320040" wrap="square"/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Redis ne remplace jamais le SQL : il le complète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PostgreSQL : la source de vérité (comptes, commandes, cohérence)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Redis devant : cache, sessions, rate limiting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Chaque donnée va dans le modèle taillé pour son mode d'accès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311E"/>
                </a:solidFill>
                <a:latin typeface="DM Sans"/>
              </a:rPr>
              <a:t>·  </a:t>
            </a:r>
            <a:r>
              <a:rPr sz="1700">
                <a:solidFill>
                  <a:srgbClr val="4F5F53"/>
                </a:solidFill>
                <a:latin typeface="DM Sans"/>
              </a:rPr>
              <a:t>Ce qu'on retient : la limite du clé-valeur est aussi sa force, sa simplicité fait sa vitesse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